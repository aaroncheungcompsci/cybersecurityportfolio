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60" r:id="rId3"/>
    <p:sldId id="261" r:id="rId4"/>
    <p:sldId id="262" r:id="rId5"/>
  </p:sldIdLst>
  <p:sldSz cx="9144000" cy="5143500" type="screen16x9"/>
  <p:notesSz cx="6858000" cy="9144000"/>
  <p:embeddedFontLst>
    <p:embeddedFont>
      <p:font typeface="Lato" pitchFamily="34" charset="0"/>
      <p:regular r:id="rId7"/>
      <p:bold r:id="rId8"/>
    </p:embeddedFont>
    <p:embeddedFont>
      <p:font typeface="Raleway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5" autoAdjust="0"/>
    <p:restoredTop sz="94664" autoAdjust="0"/>
  </p:normalViewPr>
  <p:slideViewPr>
    <p:cSldViewPr snapToGrid="0">
      <p:cViewPr>
        <p:scale>
          <a:sx n="105" d="100"/>
          <a:sy n="105" d="100"/>
        </p:scale>
        <p:origin x="-510" y="1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97150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50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 smtClean="0"/>
              <a:t>How to f</a:t>
            </a:r>
            <a:r>
              <a:rPr lang="en" sz="2933" dirty="0" smtClean="0"/>
              <a:t>amiliarize </a:t>
            </a:r>
            <a:r>
              <a:rPr lang="en" sz="2933" dirty="0"/>
              <a:t>yourself with phishing </a:t>
            </a:r>
            <a:r>
              <a:rPr lang="en" sz="2933" dirty="0" smtClean="0"/>
              <a:t>attacks</a:t>
            </a:r>
            <a:br>
              <a:rPr lang="en" sz="2933" dirty="0" smtClean="0"/>
            </a:br>
            <a:endParaRPr sz="29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phishing?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Scammers pretending to be trusted entities to trick you into giving sensitive information</a:t>
            </a:r>
          </a:p>
          <a:p>
            <a:pPr lvl="1"/>
            <a:r>
              <a:rPr lang="en-US" dirty="0" smtClean="0"/>
              <a:t>Log in credentials, </a:t>
            </a:r>
            <a:r>
              <a:rPr lang="en-US" dirty="0"/>
              <a:t>credit card info, </a:t>
            </a:r>
            <a:r>
              <a:rPr lang="en-US" dirty="0" smtClean="0"/>
              <a:t>company data to name a few</a:t>
            </a:r>
          </a:p>
          <a:p>
            <a:pPr marL="603250" lvl="2" indent="0">
              <a:buSzPts val="1300"/>
              <a:buNone/>
            </a:pPr>
            <a:endParaRPr lang="en-US" dirty="0" smtClean="0"/>
          </a:p>
          <a:p>
            <a:r>
              <a:rPr lang="en-US" dirty="0" smtClean="0"/>
              <a:t>Comes with a sense of urgency to the victim</a:t>
            </a:r>
          </a:p>
          <a:p>
            <a:pPr lvl="1"/>
            <a:r>
              <a:rPr lang="en-US" dirty="0" smtClean="0"/>
              <a:t>This gets them to act quickly without thinking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3032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396" y="1301177"/>
            <a:ext cx="7688700" cy="535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to spot phishing attempts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49" y="2078875"/>
            <a:ext cx="2882883" cy="2261100"/>
          </a:xfrm>
        </p:spPr>
        <p:txBody>
          <a:bodyPr/>
          <a:lstStyle/>
          <a:p>
            <a:pPr marL="488950" indent="-342900">
              <a:buFont typeface="+mj-lt"/>
              <a:buAutoNum type="arabicPeriod"/>
            </a:pPr>
            <a:r>
              <a:rPr lang="en-US" dirty="0" smtClean="0"/>
              <a:t>Always check the email address from the sender.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 smtClean="0"/>
              <a:t>Check for urgency.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 smtClean="0"/>
              <a:t>Check for poor formatting in the body of the email.</a:t>
            </a:r>
          </a:p>
          <a:p>
            <a:pPr marL="488950" indent="-342900">
              <a:buFont typeface="+mj-lt"/>
              <a:buAutoNum type="arabicPeriod"/>
            </a:pPr>
            <a:r>
              <a:rPr lang="en-US" dirty="0" smtClean="0"/>
              <a:t>Never click on any links in the email if there is any suspicion, if there are any links.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1754895"/>
            <a:ext cx="542925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165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to prevent getting phished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Keep calm if there is a sense of urgency in an email you didn’t receive.</a:t>
            </a:r>
          </a:p>
          <a:p>
            <a:r>
              <a:rPr lang="en-US" dirty="0" smtClean="0"/>
              <a:t>As stated in number 4 of the previous slide, do not be hasty and click on any links or attachments.</a:t>
            </a:r>
          </a:p>
          <a:p>
            <a:r>
              <a:rPr lang="en-US" dirty="0" smtClean="0"/>
              <a:t>Do your due diligence.</a:t>
            </a:r>
          </a:p>
          <a:p>
            <a:pPr lvl="1"/>
            <a:r>
              <a:rPr lang="en-US" dirty="0" smtClean="0"/>
              <a:t>Assess whether or not you were expecting an email from the sender.</a:t>
            </a:r>
          </a:p>
          <a:p>
            <a:r>
              <a:rPr lang="en-US" dirty="0" smtClean="0"/>
              <a:t>Trust your gut.</a:t>
            </a:r>
          </a:p>
          <a:p>
            <a:pPr lvl="1"/>
            <a:r>
              <a:rPr lang="en-US" dirty="0" smtClean="0"/>
              <a:t>If something is off about an email, there’s probably a good reason for it.</a:t>
            </a:r>
          </a:p>
        </p:txBody>
      </p:sp>
    </p:spTree>
    <p:extLst>
      <p:ext uri="{BB962C8B-B14F-4D97-AF65-F5344CB8AC3E}">
        <p14:creationId xmlns:p14="http://schemas.microsoft.com/office/powerpoint/2010/main" val="274685282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185</Words>
  <Application>Microsoft Office PowerPoint</Application>
  <PresentationFormat>On-screen Show (16:9)</PresentationFormat>
  <Paragraphs>19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Lato</vt:lpstr>
      <vt:lpstr>Raleway</vt:lpstr>
      <vt:lpstr>Streamline</vt:lpstr>
      <vt:lpstr>How to familiarize yourself with phishing attacks </vt:lpstr>
      <vt:lpstr>What is phishing?</vt:lpstr>
      <vt:lpstr>How to spot phishing attempts</vt:lpstr>
      <vt:lpstr>How to prevent getting phished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Familiarize yourself with phishing attacks</dc:title>
  <dc:creator>Aaron Cheung</dc:creator>
  <cp:lastModifiedBy>Aaron Cheung</cp:lastModifiedBy>
  <cp:revision>4</cp:revision>
  <dcterms:modified xsi:type="dcterms:W3CDTF">2025-11-03T19:58:20Z</dcterms:modified>
</cp:coreProperties>
</file>